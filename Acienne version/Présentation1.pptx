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E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6" autoAdjust="0"/>
    <p:restoredTop sz="94660"/>
  </p:normalViewPr>
  <p:slideViewPr>
    <p:cSldViewPr snapToGrid="0">
      <p:cViewPr>
        <p:scale>
          <a:sx n="50" d="100"/>
          <a:sy n="50" d="100"/>
        </p:scale>
        <p:origin x="768" y="17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48D3C-A389-48FA-8915-BFBDC8F4F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522526-7996-41EB-957D-B8A9A2157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A21052-281F-40FB-ACB5-374ABDC45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D3D8D4-D265-4057-96EF-DCFEED63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549F9F-420C-40DB-9325-C8425CB5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92589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A0FE6-355D-44BC-BCB9-E0E6B2DA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C0F96B-D20C-4B97-80CE-F78870C4B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867CF7-0916-4FF0-8E35-58931DD2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5E3688-0E2E-44E8-BED3-FF24C055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376848-A77D-435E-B66D-A207BCD4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605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D8CCC-BA73-4697-8D4D-BF45031F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3BE965-C248-4661-A496-97F564E51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F9F7C-8317-40E0-B36D-7A9621FA4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30C8C52-1129-41F1-8EBA-8E046531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10DA20-B20F-458F-85AB-31E19BFB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4497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1EFAA-700E-4E87-A21D-39D5036F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41D50F-F2F9-46DE-BCE6-CF4552FE9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6881A9E-D7F9-41B2-AD8F-DB5E8FCBE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5812B8-2DCF-43D1-AB00-CEB3A652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BAB8E0-0414-4700-95B6-24DB5959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3C3A1D-1D67-45A6-B134-D6959AE4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3309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E5ACF-2A0A-4669-AE46-2910D69B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4582AD-113F-457D-A257-36D27B5F7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C65565-64EA-4C7B-9320-02BB471F70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1B967C7-F7AF-4C09-B3F1-07AF82E827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47DB46-AFB0-4A6A-90B0-6BFBD37C77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85A203E-D991-49BC-B1E3-F669D9E4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8D1D2C3-42F9-477B-8469-7046C0C9C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894D0CD-2F57-4C01-8E6F-38ABE67B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7839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01FA55-92E7-400A-882E-149A5C73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BFC416-6866-4421-86D6-7BDCC67C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D0385E-2B5F-4762-BEC8-92B4FC0AD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F6CC63-8C4A-42CA-9DE7-93D978A0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4818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67B26E-8868-473A-8B30-68DB9CF5B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AAD6A72-961C-48A2-A0BF-2767CBA11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B2F9A2-851D-4472-8155-7F026B6E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7599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24E5C4-B06E-4F62-902D-E2CEB8BA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E73027-47FD-470F-B54E-6D4DDD19F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53F2DF4-DC24-41C4-955F-6AB33D128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4FD4D5-2134-42E0-9285-B6D84112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4D20F0A-0C70-4030-BC69-5140FF159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857F23-47C1-452E-B014-62D45059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91497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E5C868-29D6-4172-BC59-271D48CFF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9D33553-2348-44A9-8CFE-24455EF0AD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82F154D-9492-44B3-8066-B1898B2DB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0FB6B3A-0279-4713-8C08-D22F762E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E6FCFF-7049-4698-86A9-766CE6D7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54F1A8-796F-4A11-A6C3-AA4647F83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771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98980-4D34-4D8D-B38D-742904AFA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5487AA-9759-4078-B527-0F7B188F77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4AA00E-F443-44DD-AE9B-583C2E9F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C7F044-D640-4BEC-9B1C-2F075438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713BC5-157D-4C4C-BDDB-29B8D771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0536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81BC0F8-EF24-4EF1-840E-AD844D2278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1C2B03-F9F5-48BB-B0D5-A660EA4196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CDE010-6381-48D3-A6A0-794B2DE14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23C858-C020-480A-9F51-5CD28232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6E097F-E0AF-401C-9155-EDF43231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CE25862-46E3-4548-B494-A0DB4B138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s-A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3A5D81C-4697-419F-A7FD-445460DF0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s-AR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175AF-4FDD-4999-BEDA-061A08A73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61D7-69A4-4872-822D-79FE53E4359C}" type="datetimeFigureOut">
              <a:rPr lang="es-AR" smtClean="0"/>
              <a:t>8/1/2026</a:t>
            </a:fld>
            <a:endParaRPr lang="es-A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6D9F3-53A4-4A99-8F85-3C01E1BE3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CD2BC9-70C3-442B-8B7E-9AAEEAD01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BE393-7E40-4EA6-B713-C0D42AB878D9}" type="slidenum">
              <a:rPr lang="es-AR" smtClean="0"/>
              <a:t>‹N°›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2221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7AE5D7-E978-4A5A-9E4F-739BD0F908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45AEACA-89C7-4404-9D81-CBD316AF0FCA}"/>
              </a:ext>
            </a:extLst>
          </p:cNvPr>
          <p:cNvGrpSpPr/>
          <p:nvPr/>
        </p:nvGrpSpPr>
        <p:grpSpPr>
          <a:xfrm rot="19397494">
            <a:off x="-5170116" y="2271177"/>
            <a:ext cx="1470025" cy="1481052"/>
            <a:chOff x="3081867" y="1557866"/>
            <a:chExt cx="1998133" cy="2013122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5CBA62E-8474-4D9E-83A6-DA65A036ADA9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0EDC285-C113-4497-AEA1-F0C3ABA5413C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452447F-90D0-4455-A3CA-DE070855D3D5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9DB83677-C3E8-4C95-888C-83AC42A92AC1}"/>
              </a:ext>
            </a:extLst>
          </p:cNvPr>
          <p:cNvGrpSpPr/>
          <p:nvPr/>
        </p:nvGrpSpPr>
        <p:grpSpPr>
          <a:xfrm rot="1043340">
            <a:off x="-3839593" y="-1491128"/>
            <a:ext cx="1470025" cy="1481052"/>
            <a:chOff x="3081867" y="1557866"/>
            <a:chExt cx="1998133" cy="2013122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5A6990B-84DF-49E3-937C-7695C15A5B01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F8D796F-9217-44F9-81CD-B16FA37E597F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D3FEE24-F8B6-47C3-91E0-61909820CB8B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5F3668A-4572-490D-AE72-71CE15CBBE70}"/>
              </a:ext>
            </a:extLst>
          </p:cNvPr>
          <p:cNvGrpSpPr/>
          <p:nvPr/>
        </p:nvGrpSpPr>
        <p:grpSpPr>
          <a:xfrm rot="2616872">
            <a:off x="5268742" y="-3597445"/>
            <a:ext cx="1470025" cy="1481052"/>
            <a:chOff x="3081867" y="1557866"/>
            <a:chExt cx="1998133" cy="2013122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A8037D0-C91B-4880-8CE5-413F98570B0C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DA6E5A0-C9D4-48A6-B660-F9D53B487996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J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23C1827-E6E7-457F-98D5-A22EEB03C642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2D7D5C0-F8C9-4415-AA95-744660056F6C}"/>
              </a:ext>
            </a:extLst>
          </p:cNvPr>
          <p:cNvGrpSpPr/>
          <p:nvPr/>
        </p:nvGrpSpPr>
        <p:grpSpPr>
          <a:xfrm rot="3126117">
            <a:off x="-3386511" y="8352597"/>
            <a:ext cx="1470025" cy="1481052"/>
            <a:chOff x="3081867" y="1557866"/>
            <a:chExt cx="1998133" cy="2013122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596EC802-9058-4BA6-B2A8-56439E86DD5D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8F5FAF9-083C-42FF-AAD9-F3218A8D96C5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896B7C54-F437-4F99-8503-432C0E7A3BDE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7008B234-94D7-4317-A2EA-A616B581C69C}"/>
              </a:ext>
            </a:extLst>
          </p:cNvPr>
          <p:cNvGrpSpPr/>
          <p:nvPr/>
        </p:nvGrpSpPr>
        <p:grpSpPr>
          <a:xfrm rot="20907905">
            <a:off x="925783" y="10344080"/>
            <a:ext cx="1470025" cy="1481052"/>
            <a:chOff x="3081867" y="1557866"/>
            <a:chExt cx="1998133" cy="2013122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1F37E721-F3AC-4075-BC39-1ACC7E94C657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4B0E0790-B9C5-4052-9EB7-1FC10F51E0B2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F570D81B-1009-4176-B700-14282624DA92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C254E5A-F9DD-47AC-9431-18F7521D49CA}"/>
              </a:ext>
            </a:extLst>
          </p:cNvPr>
          <p:cNvGrpSpPr/>
          <p:nvPr/>
        </p:nvGrpSpPr>
        <p:grpSpPr>
          <a:xfrm rot="19687352">
            <a:off x="5716572" y="11487857"/>
            <a:ext cx="1470025" cy="1481052"/>
            <a:chOff x="3081867" y="1557866"/>
            <a:chExt cx="1998133" cy="2013122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F815D87C-16B3-4B95-9FC1-CBD0DD7D76AF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3E747FE3-3CC1-4CE4-8D8C-E865C4E2080D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8548B22D-3E96-4086-A1FE-DA902DA18EB6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2A8FD77D-8FAF-49D9-97E2-CE073DAF97EE}"/>
              </a:ext>
            </a:extLst>
          </p:cNvPr>
          <p:cNvGrpSpPr/>
          <p:nvPr/>
        </p:nvGrpSpPr>
        <p:grpSpPr>
          <a:xfrm rot="20452452">
            <a:off x="1117965" y="-3314815"/>
            <a:ext cx="1470025" cy="1481052"/>
            <a:chOff x="3081867" y="1557866"/>
            <a:chExt cx="1998133" cy="2013122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332E1192-F5E7-42C5-9953-C3B70F94D876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E53983BE-3BA3-48AF-BC85-32BECFD802DE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72246559-9463-49D4-8E58-C7A855927853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3474F521-C0E2-4D86-9DA1-BF856EEE409B}"/>
              </a:ext>
            </a:extLst>
          </p:cNvPr>
          <p:cNvGrpSpPr/>
          <p:nvPr/>
        </p:nvGrpSpPr>
        <p:grpSpPr>
          <a:xfrm rot="21370849">
            <a:off x="15975024" y="2789799"/>
            <a:ext cx="1470025" cy="1481052"/>
            <a:chOff x="3081867" y="1557866"/>
            <a:chExt cx="1998133" cy="2013122"/>
          </a:xfrm>
        </p:grpSpPr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F525F723-4DED-4D3F-BBDB-E4A37C223225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D30CB1B3-B315-4D07-B298-E4DD16895032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13BE14A4-DE84-4DAE-9B7F-0824E1542140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9FC564A1-6139-4DB4-86C9-4E827562B408}"/>
              </a:ext>
            </a:extLst>
          </p:cNvPr>
          <p:cNvGrpSpPr/>
          <p:nvPr/>
        </p:nvGrpSpPr>
        <p:grpSpPr>
          <a:xfrm rot="1155351">
            <a:off x="8840832" y="9954790"/>
            <a:ext cx="1470025" cy="1474415"/>
            <a:chOff x="3081867" y="1554882"/>
            <a:chExt cx="1998133" cy="2004101"/>
          </a:xfrm>
        </p:grpSpPr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9CB1E7E2-88E6-4BE4-B2E7-FB267953B11E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7FC2724A-C939-4950-8943-13CEBADE4873}"/>
                </a:ext>
              </a:extLst>
            </p:cNvPr>
            <p:cNvSpPr txBox="1"/>
            <p:nvPr/>
          </p:nvSpPr>
          <p:spPr>
            <a:xfrm>
              <a:off x="3318933" y="155488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-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62610ED0-6596-484E-B2B8-4465035DC175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2509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7AE5D7-E978-4A5A-9E4F-739BD0F908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D45AEACA-89C7-4404-9D81-CBD316AF0FCA}"/>
              </a:ext>
            </a:extLst>
          </p:cNvPr>
          <p:cNvGrpSpPr/>
          <p:nvPr/>
        </p:nvGrpSpPr>
        <p:grpSpPr>
          <a:xfrm>
            <a:off x="640286" y="1947948"/>
            <a:ext cx="1470025" cy="1481052"/>
            <a:chOff x="3081867" y="1557866"/>
            <a:chExt cx="1998133" cy="2013122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65CBA62E-8474-4D9E-83A6-DA65A036ADA9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0EDC285-C113-4497-AEA1-F0C3ABA5413C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P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1452447F-90D0-4455-A3CA-DE070855D3D5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9DB83677-C3E8-4C95-888C-83AC42A92AC1}"/>
              </a:ext>
            </a:extLst>
          </p:cNvPr>
          <p:cNvGrpSpPr/>
          <p:nvPr/>
        </p:nvGrpSpPr>
        <p:grpSpPr>
          <a:xfrm rot="165113">
            <a:off x="2185918" y="1947948"/>
            <a:ext cx="1470025" cy="1481052"/>
            <a:chOff x="3081867" y="1557866"/>
            <a:chExt cx="1998133" cy="2013122"/>
          </a:xfrm>
        </p:grpSpPr>
        <p:sp>
          <p:nvSpPr>
            <p:cNvPr id="10" name="Rectangle : coins arrondis 9">
              <a:extLst>
                <a:ext uri="{FF2B5EF4-FFF2-40B4-BE49-F238E27FC236}">
                  <a16:creationId xmlns:a16="http://schemas.microsoft.com/office/drawing/2014/main" id="{C5A6990B-84DF-49E3-937C-7695C15A5B01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8F8D796F-9217-44F9-81CD-B16FA37E597F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D3FEE24-F8B6-47C3-91E0-61909820CB8B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5F3668A-4572-490D-AE72-71CE15CBBE70}"/>
              </a:ext>
            </a:extLst>
          </p:cNvPr>
          <p:cNvGrpSpPr/>
          <p:nvPr/>
        </p:nvGrpSpPr>
        <p:grpSpPr>
          <a:xfrm>
            <a:off x="5268742" y="1947948"/>
            <a:ext cx="1470025" cy="1481052"/>
            <a:chOff x="3081867" y="1557866"/>
            <a:chExt cx="1998133" cy="2013122"/>
          </a:xfrm>
        </p:grpSpPr>
        <p:sp>
          <p:nvSpPr>
            <p:cNvPr id="18" name="Rectangle : coins arrondis 17">
              <a:extLst>
                <a:ext uri="{FF2B5EF4-FFF2-40B4-BE49-F238E27FC236}">
                  <a16:creationId xmlns:a16="http://schemas.microsoft.com/office/drawing/2014/main" id="{BA8037D0-C91B-4880-8CE5-413F98570B0C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7DA6E5A0-C9D4-48A6-B660-F9D53B487996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J</a:t>
              </a:r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523C1827-E6E7-457F-98D5-A22EEB03C642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8</a:t>
              </a:r>
            </a:p>
          </p:txBody>
        </p: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A2D7D5C0-F8C9-4415-AA95-744660056F6C}"/>
              </a:ext>
            </a:extLst>
          </p:cNvPr>
          <p:cNvGrpSpPr/>
          <p:nvPr/>
        </p:nvGrpSpPr>
        <p:grpSpPr>
          <a:xfrm rot="21419186">
            <a:off x="602578" y="3515126"/>
            <a:ext cx="1470025" cy="1481052"/>
            <a:chOff x="3081867" y="1557866"/>
            <a:chExt cx="1998133" cy="2013122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596EC802-9058-4BA6-B2A8-56439E86DD5D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8F5FAF9-083C-42FF-AAD9-F3218A8D96C5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E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896B7C54-F437-4F99-8503-432C0E7A3BDE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7008B234-94D7-4317-A2EA-A616B581C69C}"/>
              </a:ext>
            </a:extLst>
          </p:cNvPr>
          <p:cNvGrpSpPr/>
          <p:nvPr/>
        </p:nvGrpSpPr>
        <p:grpSpPr>
          <a:xfrm>
            <a:off x="2220659" y="3530325"/>
            <a:ext cx="1470025" cy="1481052"/>
            <a:chOff x="3081867" y="1557866"/>
            <a:chExt cx="1998133" cy="2013122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1F37E721-F3AC-4075-BC39-1ACC7E94C657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4B0E0790-B9C5-4052-9EB7-1FC10F51E0B2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C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F570D81B-1009-4176-B700-14282624DA92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C254E5A-F9DD-47AC-9431-18F7521D49CA}"/>
              </a:ext>
            </a:extLst>
          </p:cNvPr>
          <p:cNvGrpSpPr/>
          <p:nvPr/>
        </p:nvGrpSpPr>
        <p:grpSpPr>
          <a:xfrm rot="281018">
            <a:off x="3821552" y="3515126"/>
            <a:ext cx="1470025" cy="1481052"/>
            <a:chOff x="3081867" y="1557866"/>
            <a:chExt cx="1998133" cy="2013122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F815D87C-16B3-4B95-9FC1-CBD0DD7D76AF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3E747FE3-3CC1-4CE4-8D8C-E865C4E2080D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8548B22D-3E96-4086-A1FE-DA902DA18EB6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2A8FD77D-8FAF-49D9-97E2-CE073DAF97EE}"/>
              </a:ext>
            </a:extLst>
          </p:cNvPr>
          <p:cNvGrpSpPr/>
          <p:nvPr/>
        </p:nvGrpSpPr>
        <p:grpSpPr>
          <a:xfrm>
            <a:off x="3731075" y="1947948"/>
            <a:ext cx="1470025" cy="1481052"/>
            <a:chOff x="3081867" y="1557866"/>
            <a:chExt cx="1998133" cy="2013122"/>
          </a:xfrm>
        </p:grpSpPr>
        <p:sp>
          <p:nvSpPr>
            <p:cNvPr id="34" name="Rectangle : coins arrondis 33">
              <a:extLst>
                <a:ext uri="{FF2B5EF4-FFF2-40B4-BE49-F238E27FC236}">
                  <a16:creationId xmlns:a16="http://schemas.microsoft.com/office/drawing/2014/main" id="{332E1192-F5E7-42C5-9953-C3B70F94D876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E53983BE-3BA3-48AF-BC85-32BECFD802DE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O</a:t>
              </a:r>
            </a:p>
          </p:txBody>
        </p: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72246559-9463-49D4-8E58-C7A855927853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</a:p>
          </p:txBody>
        </p: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3474F521-C0E2-4D86-9DA1-BF856EEE409B}"/>
              </a:ext>
            </a:extLst>
          </p:cNvPr>
          <p:cNvGrpSpPr/>
          <p:nvPr/>
        </p:nvGrpSpPr>
        <p:grpSpPr>
          <a:xfrm rot="21370849">
            <a:off x="9925399" y="2789799"/>
            <a:ext cx="1470025" cy="1481052"/>
            <a:chOff x="3081867" y="1557866"/>
            <a:chExt cx="1998133" cy="2013122"/>
          </a:xfrm>
        </p:grpSpPr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F525F723-4DED-4D3F-BBDB-E4A37C223225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D30CB1B3-B315-4D07-B298-E4DD16895032}"/>
                </a:ext>
              </a:extLst>
            </p:cNvPr>
            <p:cNvSpPr txBox="1"/>
            <p:nvPr/>
          </p:nvSpPr>
          <p:spPr>
            <a:xfrm>
              <a:off x="3318933" y="177210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13BE14A4-DE84-4DAE-9B7F-0824E1542140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</a:p>
          </p:txBody>
        </p:sp>
      </p:grpSp>
      <p:grpSp>
        <p:nvGrpSpPr>
          <p:cNvPr id="46" name="Groupe 45">
            <a:extLst>
              <a:ext uri="{FF2B5EF4-FFF2-40B4-BE49-F238E27FC236}">
                <a16:creationId xmlns:a16="http://schemas.microsoft.com/office/drawing/2014/main" id="{8FBDAC50-7AC3-4729-A232-7C0D30402F51}"/>
              </a:ext>
            </a:extLst>
          </p:cNvPr>
          <p:cNvGrpSpPr/>
          <p:nvPr/>
        </p:nvGrpSpPr>
        <p:grpSpPr>
          <a:xfrm>
            <a:off x="7412463" y="2795955"/>
            <a:ext cx="1470025" cy="1474415"/>
            <a:chOff x="3081867" y="1554882"/>
            <a:chExt cx="1998133" cy="2004101"/>
          </a:xfrm>
        </p:grpSpPr>
        <p:sp>
          <p:nvSpPr>
            <p:cNvPr id="47" name="Rectangle : coins arrondis 46">
              <a:extLst>
                <a:ext uri="{FF2B5EF4-FFF2-40B4-BE49-F238E27FC236}">
                  <a16:creationId xmlns:a16="http://schemas.microsoft.com/office/drawing/2014/main" id="{96287192-C468-4CA9-AF09-BE23B5AB46A4}"/>
                </a:ext>
              </a:extLst>
            </p:cNvPr>
            <p:cNvSpPr/>
            <p:nvPr/>
          </p:nvSpPr>
          <p:spPr>
            <a:xfrm>
              <a:off x="3081867" y="1557866"/>
              <a:ext cx="1998133" cy="1998133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B4B46893-D5AD-46BC-92FF-8B2F76BA38F7}"/>
                </a:ext>
              </a:extLst>
            </p:cNvPr>
            <p:cNvSpPr txBox="1"/>
            <p:nvPr/>
          </p:nvSpPr>
          <p:spPr>
            <a:xfrm>
              <a:off x="3318933" y="1554882"/>
              <a:ext cx="1524000" cy="1798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80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-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D199F02C-0F78-4416-BE9B-41B58E3FD5B3}"/>
                </a:ext>
              </a:extLst>
            </p:cNvPr>
            <p:cNvSpPr txBox="1"/>
            <p:nvPr/>
          </p:nvSpPr>
          <p:spPr>
            <a:xfrm>
              <a:off x="4380441" y="2931464"/>
              <a:ext cx="699558" cy="627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AR" sz="2400" b="1" dirty="0">
                  <a:solidFill>
                    <a:schemeClr val="accent2">
                      <a:lumMod val="50000"/>
                    </a:schemeClr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4858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36</Words>
  <Application>Microsoft Office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Microsoft YaHei</vt:lpstr>
      <vt:lpstr>Arial</vt:lpstr>
      <vt:lpstr>Calibri</vt:lpstr>
      <vt:lpstr>Calibri Light</vt:lpstr>
      <vt:lpstr>Cascadia Code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eleve</dc:creator>
  <cp:lastModifiedBy>eleve</cp:lastModifiedBy>
  <cp:revision>3</cp:revision>
  <dcterms:created xsi:type="dcterms:W3CDTF">2026-01-08T14:50:27Z</dcterms:created>
  <dcterms:modified xsi:type="dcterms:W3CDTF">2026-01-08T15:05:03Z</dcterms:modified>
</cp:coreProperties>
</file>